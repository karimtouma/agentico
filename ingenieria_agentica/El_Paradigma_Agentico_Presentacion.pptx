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Performance Trend Analysis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125</c:v>
                </c:pt>
                <c:pt idx="2">
                  <c:v>150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 Acquisition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95</c:v>
                </c:pt>
                <c:pt idx="2">
                  <c:v>120</c:v>
                </c:pt>
                <c:pt idx="3">
                  <c:v>145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El Paradigma Agéntico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1" u="none">
                <a:solidFill>
                  <a:srgbClr val="444444"/>
                </a:solidFill>
                <a:latin typeface="Segoe UI Light"/>
              </a:rPr>
              <a:t>Una Nueva Era en la Ingeniería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u="none">
                <a:solidFill>
                  <a:srgbClr val="00B0F0"/>
                </a:solidFill>
                <a:latin typeface="Segoe UI"/>
              </a:rPr>
              <a:t>Guía Estratégica para Líderes Técnicos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100" b="1" i="0" u="none">
                <a:solidFill>
                  <a:srgbClr val="0078D7"/>
                </a:solidFill>
                <a:latin typeface="Segoe UI"/>
              </a:rPr>
              <a:t>El Problema que Resuelve Este Libro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¿Para Quién Es Este Libro?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u="none">
                <a:solidFill>
                  <a:srgbClr val="0078D7"/>
                </a:solidFill>
                <a:latin typeface="Segoe UI"/>
              </a:rPr>
              <a:t>Estructura del Libro: 6 Partes + Apéndices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I. Contexto Estratégico (Caps. 0-3) II. Entendiendo la Tecnología (Caps. 4-5)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III. Impacto en el Negocio (Cap. 6) IV. 5 Casos de Estudio (Caps. 7-11) V.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Liderazgo y Estrategia (Caps. 12-13) VI. Gobernanza y Futuro (Caps. 14-15) 4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Apéndices Accionables (A-D)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El Libro en Números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113K+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"/>
              </a:rPr>
              <a:t>Palabras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300+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"/>
              </a:rPr>
              <a:t>Páginas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16+4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FFFFFF"/>
                </a:solidFill>
                <a:latin typeface="Segoe UI"/>
              </a:rPr>
              <a:t>Capítulos + Apéndices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914400" y="3657600"/>
          <a:ext cx="7315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5 Casos de Estudio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900" b="1" i="0" u="none">
                <a:solidFill>
                  <a:srgbClr val="0078D7"/>
                </a:solidFill>
                <a:latin typeface="Segoe UI"/>
              </a:rPr>
              <a:t>Frameworks y Herramientas Incluidas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Visión 2025-2030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7315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971800"/>
            <a:ext cx="457200" cy="45720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Phase 1 Q1 2024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2971800"/>
            <a:ext cx="457200" cy="45720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3657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Phase 2 Q2 2024</a:t>
            </a:r>
          </a:p>
        </p:txBody>
      </p:sp>
      <p:sp>
        <p:nvSpPr>
          <p:cNvPr id="10" name="Oval 9"/>
          <p:cNvSpPr/>
          <p:nvPr/>
        </p:nvSpPr>
        <p:spPr>
          <a:xfrm>
            <a:off x="5029200" y="2971800"/>
            <a:ext cx="457200" cy="45720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Phase 3 Q3 2024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2971800"/>
            <a:ext cx="457200" cy="4572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Launch Q4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b5id7y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1" u="none">
                <a:solidFill>
                  <a:srgbClr val="444444"/>
                </a:solidFill>
                <a:latin typeface="Segoe UI Light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Agenda 30 min en tu próxima reunión de liderazgo ¿Dónde está tu org en la curva de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adopción? ¿Cuáles son los 3 gaps más críticos? Define 3 action items con owner y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deadline La pregunta no es SI adoptarás IA agéntica. La pregunta es CUÁNDO, y si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serás líder o seguidor.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Paradigma Agéntico</dc:title>
  <dc:subject>Guía estratégica para líderes técnicos sobre IA agéntica</dc:subject>
  <dc:creator>Karim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